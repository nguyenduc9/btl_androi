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753600" cy="7315200"/>
  <p:notesSz cx="6858000" cy="9144000"/>
  <p:embeddedFontLst>
    <p:embeddedFont>
      <p:font typeface="DejaVu Sans Bold" panose="020B0604020202020204" charset="0"/>
      <p:regular r:id="rId9"/>
    </p:embeddedFont>
    <p:embeddedFont>
      <p:font typeface="DejaVu Sans Light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992" autoAdjust="0"/>
  </p:normalViewPr>
  <p:slideViewPr>
    <p:cSldViewPr>
      <p:cViewPr>
        <p:scale>
          <a:sx n="66" d="100"/>
          <a:sy n="66" d="100"/>
        </p:scale>
        <p:origin x="1572" y="3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079952" y="6696987"/>
            <a:ext cx="2095968" cy="4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 spc="1">
                <a:solidFill>
                  <a:srgbClr val="0066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&lt;number&gt;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16080" y="468312"/>
            <a:ext cx="6647520" cy="315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3733" spc="3" dirty="0">
                <a:solidFill>
                  <a:srgbClr val="00B05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GIỚI THIỆU BÀI TẬP LỚN</a:t>
            </a:r>
          </a:p>
          <a:p>
            <a:pPr algn="ctr">
              <a:lnSpc>
                <a:spcPts val="6719"/>
              </a:lnSpc>
            </a:pPr>
            <a:endParaRPr lang="en-US" sz="3733" spc="3" dirty="0">
              <a:solidFill>
                <a:srgbClr val="00B05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ctr">
              <a:lnSpc>
                <a:spcPts val="5632"/>
              </a:lnSpc>
            </a:pPr>
            <a:r>
              <a:rPr lang="vi-VN" sz="4693" spc="6" dirty="0">
                <a:solidFill>
                  <a:srgbClr val="00B05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Thiết kế ứng dụng học TOEIC</a:t>
            </a:r>
            <a:endParaRPr lang="en-US" sz="4693" spc="6" dirty="0">
              <a:solidFill>
                <a:srgbClr val="00B05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2926080" y="4389120"/>
            <a:ext cx="6827520" cy="2926080"/>
            <a:chOff x="0" y="0"/>
            <a:chExt cx="9103360" cy="3901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03360" cy="3901440"/>
            </a:xfrm>
            <a:custGeom>
              <a:avLst/>
              <a:gdLst/>
              <a:ahLst/>
              <a:cxnLst/>
              <a:rect l="l" t="t" r="r" b="b"/>
              <a:pathLst>
                <a:path w="9103360" h="3901440">
                  <a:moveTo>
                    <a:pt x="0" y="0"/>
                  </a:moveTo>
                  <a:lnTo>
                    <a:pt x="9103360" y="0"/>
                  </a:lnTo>
                  <a:lnTo>
                    <a:pt x="9103360" y="3901440"/>
                  </a:lnTo>
                  <a:lnTo>
                    <a:pt x="0" y="390144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03360" cy="3910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71"/>
                </a:lnSpc>
              </a:pPr>
              <a:r>
                <a:rPr lang="vi-VN" sz="2559" spc="3" dirty="0">
                  <a:solidFill>
                    <a:srgbClr val="0066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		</a:t>
              </a:r>
              <a:r>
                <a:rPr lang="en-US" sz="2559" spc="3" dirty="0">
                  <a:solidFill>
                    <a:srgbClr val="006699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Khoa CNTT – ĐHSPKT HY.</a:t>
              </a:r>
            </a:p>
            <a:p>
              <a:pPr algn="l">
                <a:lnSpc>
                  <a:spcPts val="3071"/>
                </a:lnSpc>
              </a:pPr>
              <a:endParaRPr lang="en-US" sz="2559" spc="3" dirty="0">
                <a:solidFill>
                  <a:srgbClr val="006699"/>
                </a:solidFill>
                <a:latin typeface="DejaVu Sans Light"/>
                <a:ea typeface="DejaVu Sans Light"/>
                <a:cs typeface="DejaVu Sans Light"/>
                <a:sym typeface="DejaVu Sans Light"/>
              </a:endParaRPr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0" y="1788288"/>
            <a:ext cx="2926080" cy="2519424"/>
            <a:chOff x="0" y="0"/>
            <a:chExt cx="3901440" cy="3359232"/>
          </a:xfrm>
        </p:grpSpPr>
        <p:sp>
          <p:nvSpPr>
            <p:cNvPr id="11" name="Freeform 11" descr="Lộ trình trở thành lập trình viên Python trên windows - Học viện Agile"/>
            <p:cNvSpPr/>
            <p:nvPr/>
          </p:nvSpPr>
          <p:spPr>
            <a:xfrm>
              <a:off x="0" y="0"/>
              <a:ext cx="3901440" cy="3359277"/>
            </a:xfrm>
            <a:custGeom>
              <a:avLst/>
              <a:gdLst/>
              <a:ahLst/>
              <a:cxnLst/>
              <a:rect l="l" t="t" r="r" b="b"/>
              <a:pathLst>
                <a:path w="3901440" h="3359277">
                  <a:moveTo>
                    <a:pt x="0" y="0"/>
                  </a:moveTo>
                  <a:lnTo>
                    <a:pt x="3901440" y="0"/>
                  </a:lnTo>
                  <a:lnTo>
                    <a:pt x="3901440" y="3359277"/>
                  </a:lnTo>
                  <a:lnTo>
                    <a:pt x="0" y="3359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401" r="-7401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2" name="Picture 11" descr="Lệ phí thi TOEIC 2026 mới nhất - STUDY4">
            <a:extLst>
              <a:ext uri="{FF2B5EF4-FFF2-40B4-BE49-F238E27FC236}">
                <a16:creationId xmlns:a16="http://schemas.microsoft.com/office/drawing/2014/main" id="{EC206454-7345-DB54-270C-54E5F6BA2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14890"/>
            <a:ext cx="9753600" cy="3000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46768" y="281115"/>
            <a:ext cx="8110560" cy="61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sz="4159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1. Giao </a:t>
            </a:r>
            <a:r>
              <a:rPr lang="en-US" sz="4159" b="1" spc="5" dirty="0" err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Diện</a:t>
            </a:r>
            <a:r>
              <a:rPr lang="en-US" sz="4159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vi-VN" sz="4159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Đăng Nhập</a:t>
            </a:r>
            <a:endParaRPr lang="en-US" sz="4159" b="1" spc="5" dirty="0">
              <a:solidFill>
                <a:srgbClr val="000000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200400" y="2319241"/>
            <a:ext cx="6553200" cy="2804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51"/>
              </a:lnSpc>
              <a:spcBef>
                <a:spcPct val="0"/>
              </a:spcBef>
            </a:pPr>
            <a:endParaRPr dirty="0"/>
          </a:p>
          <a:p>
            <a:pPr>
              <a:lnSpc>
                <a:spcPts val="2151"/>
              </a:lnSpc>
              <a:spcBef>
                <a:spcPct val="0"/>
              </a:spcBef>
            </a:pP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Thương Hiệu: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Chào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!"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vi-V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51"/>
              </a:lnSpc>
              <a:spcBef>
                <a:spcPct val="0"/>
              </a:spcBef>
            </a:pPr>
            <a:endParaRPr lang="vi-V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51"/>
              </a:lnSpc>
              <a:spcBef>
                <a:spcPct val="0"/>
              </a:spcBef>
            </a:pP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quên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vi-V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51"/>
              </a:lnSpc>
              <a:spcBef>
                <a:spcPct val="0"/>
              </a:spcBef>
            </a:pPr>
            <a:endParaRPr lang="vi-V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51"/>
              </a:lnSpc>
              <a:spcBef>
                <a:spcPct val="0"/>
              </a:spcBef>
            </a:pP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Nhanh: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"ĐĂNG NHẬP"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51"/>
              </a:lnSpc>
              <a:spcBef>
                <a:spcPct val="0"/>
              </a:spcBef>
            </a:pPr>
            <a:endParaRPr lang="en-US" sz="1793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4F2E8-494C-A174-0E4F-8B3BF0948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18825"/>
            <a:ext cx="2529840" cy="51968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3370336" y="2319241"/>
            <a:ext cx="6383264" cy="442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1"/>
              </a:lnSpc>
              <a:spcBef>
                <a:spcPct val="0"/>
              </a:spcBef>
            </a:pPr>
            <a:endParaRPr dirty="0"/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TOEIC Learning 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Box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Giao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Nhanh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1600" dirty="0"/>
              <a:t>.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  <a:endParaRPr lang="en-US" sz="1793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6768" y="281115"/>
            <a:ext cx="8110560" cy="61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2"/>
              </a:lnSpc>
            </a:pPr>
            <a:r>
              <a:rPr lang="en-US" sz="4160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2. Giao </a:t>
            </a:r>
            <a:r>
              <a:rPr lang="en-US" sz="4160" b="1" spc="5" dirty="0" err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Diện</a:t>
            </a:r>
            <a:r>
              <a:rPr lang="vi-VN" sz="4160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Quản Trị</a:t>
            </a:r>
            <a:endParaRPr lang="en-US" sz="4160" b="1" spc="5" dirty="0">
              <a:solidFill>
                <a:srgbClr val="000000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4B61A-D478-03B7-A074-C2E3E09D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97788"/>
            <a:ext cx="2837815" cy="5503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370336" y="2319241"/>
            <a:ext cx="6383264" cy="414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TOEIC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Nhanh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  <a:endParaRPr lang="en-US" sz="1793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6768" y="281115"/>
            <a:ext cx="8110560" cy="61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2"/>
              </a:lnSpc>
            </a:pPr>
            <a:r>
              <a:rPr lang="en-US" sz="4160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3. Giao </a:t>
            </a:r>
            <a:r>
              <a:rPr lang="en-US" sz="4160" b="1" spc="5" dirty="0" err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Diện</a:t>
            </a:r>
            <a:r>
              <a:rPr lang="en-US" sz="4160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vi-VN" sz="4160" b="1" spc="5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Chủ Đề</a:t>
            </a:r>
            <a:endParaRPr lang="en-US" sz="4160" b="1" spc="5" dirty="0">
              <a:solidFill>
                <a:srgbClr val="000000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A6CDCA-A572-FE64-ADE0-988522925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11" y="1600200"/>
            <a:ext cx="25908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620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370336" y="2319241"/>
            <a:ext cx="6383264" cy="448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1"/>
              </a:lnSpc>
              <a:spcBef>
                <a:spcPct val="0"/>
              </a:spcBef>
            </a:pPr>
            <a:endParaRPr dirty="0"/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TOEIC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Việt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Danh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Anh,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Việt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Thao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Nhanh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  <a:endParaRPr lang="en-US" sz="1793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6768" y="281115"/>
            <a:ext cx="8110560" cy="125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2"/>
              </a:lnSpc>
            </a:pPr>
            <a:r>
              <a:rPr lang="en-US" sz="4160" b="1" spc="4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4. Giao </a:t>
            </a:r>
            <a:r>
              <a:rPr lang="en-US" sz="4160" b="1" spc="4" dirty="0" err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Diện</a:t>
            </a:r>
            <a:r>
              <a:rPr lang="en-US" sz="4160" b="1" spc="4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vi-VN" sz="4160" b="1" spc="4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Từ Vựng</a:t>
            </a:r>
            <a:endParaRPr lang="en-US" sz="4160" b="1" spc="4" dirty="0">
              <a:solidFill>
                <a:srgbClr val="000000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4992"/>
              </a:lnSpc>
            </a:pPr>
            <a:endParaRPr lang="en-US" sz="4160" b="1" spc="4" dirty="0">
              <a:solidFill>
                <a:srgbClr val="000000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67CD0F-9840-6FF4-E15B-DE5072EC5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88" y="1472468"/>
            <a:ext cx="2575560" cy="5189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5C489-50F1-24CD-977A-051D2EEEE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0"/>
            <a:ext cx="2644140" cy="5181600"/>
          </a:xfrm>
          <a:prstGeom prst="rect">
            <a:avLst/>
          </a:prstGeom>
        </p:spPr>
      </p:pic>
      <p:sp>
        <p:nvSpPr>
          <p:cNvPr id="5" name="Freeform 2">
            <a:extLst>
              <a:ext uri="{FF2B5EF4-FFF2-40B4-BE49-F238E27FC236}">
                <a16:creationId xmlns:a16="http://schemas.microsoft.com/office/drawing/2014/main" id="{9CCEFE42-C566-3381-C844-7FE656BB8815}"/>
              </a:ext>
            </a:extLst>
          </p:cNvPr>
          <p:cNvSpPr/>
          <p:nvPr/>
        </p:nvSpPr>
        <p:spPr>
          <a:xfrm>
            <a:off x="10886" y="-15240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5A163EE-AAA7-F557-FAB2-DA90D3C27B3A}"/>
              </a:ext>
            </a:extLst>
          </p:cNvPr>
          <p:cNvSpPr txBox="1"/>
          <p:nvPr/>
        </p:nvSpPr>
        <p:spPr>
          <a:xfrm>
            <a:off x="3370336" y="2319241"/>
            <a:ext cx="6383264" cy="424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51"/>
              </a:lnSpc>
              <a:spcBef>
                <a:spcPct val="0"/>
              </a:spcBef>
            </a:pPr>
            <a:endParaRPr dirty="0"/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TOEIC. Danh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ngân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nhầm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Thao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Nhanh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ts val="2151"/>
              </a:lnSpc>
              <a:spcBef>
                <a:spcPct val="0"/>
              </a:spcBef>
            </a:pPr>
            <a:endParaRPr lang="en-US" sz="1793" spc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778A14A-C354-DB5D-9EC4-B19F118F8A3D}"/>
              </a:ext>
            </a:extLst>
          </p:cNvPr>
          <p:cNvSpPr txBox="1"/>
          <p:nvPr/>
        </p:nvSpPr>
        <p:spPr>
          <a:xfrm>
            <a:off x="1146768" y="281115"/>
            <a:ext cx="8110560" cy="125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2"/>
              </a:lnSpc>
            </a:pPr>
            <a:r>
              <a:rPr lang="vi-VN" sz="4160" b="1" spc="4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5.</a:t>
            </a:r>
            <a:r>
              <a:rPr lang="en-US" sz="4160" b="1" spc="4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Giao </a:t>
            </a:r>
            <a:r>
              <a:rPr lang="en-US" sz="4160" b="1" spc="4" dirty="0" err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Diện</a:t>
            </a:r>
            <a:r>
              <a:rPr lang="en-US" sz="4160" b="1" spc="4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vi-VN" sz="4160" b="1" spc="4" dirty="0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Câu Hỏi</a:t>
            </a:r>
            <a:endParaRPr lang="en-US" sz="4160" b="1" spc="4" dirty="0">
              <a:solidFill>
                <a:srgbClr val="000000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4992"/>
              </a:lnSpc>
            </a:pPr>
            <a:endParaRPr lang="en-US" sz="4160" b="1" spc="4" dirty="0">
              <a:solidFill>
                <a:srgbClr val="000000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6E23C6-E53D-0BB2-ABE5-132E64D16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58" y="1447800"/>
            <a:ext cx="264795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898</Words>
  <Application>Microsoft Office PowerPoint</Application>
  <PresentationFormat>Custom</PresentationFormat>
  <Paragraphs>49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DejaVu Sans Light</vt:lpstr>
      <vt:lpstr>Arial</vt:lpstr>
      <vt:lpstr>Times New Roman</vt:lpstr>
      <vt:lpstr>Calibri</vt:lpstr>
      <vt:lpstr>DejaVu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GioiThieu_HP_.ppt</dc:title>
  <cp:lastModifiedBy>Huy Tạ</cp:lastModifiedBy>
  <cp:revision>2</cp:revision>
  <dcterms:created xsi:type="dcterms:W3CDTF">2006-08-16T00:00:00Z</dcterms:created>
  <dcterms:modified xsi:type="dcterms:W3CDTF">2026-06-24T15:39:52Z</dcterms:modified>
  <dc:identifier>DAGwmnzBuns</dc:identifier>
</cp:coreProperties>
</file>